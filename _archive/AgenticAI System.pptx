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8" d="100"/>
          <a:sy n="98" d="100"/>
        </p:scale>
        <p:origin x="96" y="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 Sadighian" userId="0c4cc5ebe312e94f" providerId="LiveId" clId="{49FB8870-2BF8-4A92-9617-AF3629A94A0B}"/>
    <pc:docChg chg="modSld">
      <pc:chgData name="Philip Sadighian" userId="0c4cc5ebe312e94f" providerId="LiveId" clId="{49FB8870-2BF8-4A92-9617-AF3629A94A0B}" dt="2026-03-31T00:44:03.815" v="3" actId="14100"/>
      <pc:docMkLst>
        <pc:docMk/>
      </pc:docMkLst>
      <pc:sldChg chg="modSp mod">
        <pc:chgData name="Philip Sadighian" userId="0c4cc5ebe312e94f" providerId="LiveId" clId="{49FB8870-2BF8-4A92-9617-AF3629A94A0B}" dt="2026-03-31T00:44:03.815" v="3" actId="14100"/>
        <pc:sldMkLst>
          <pc:docMk/>
          <pc:sldMk cId="2698310982" sldId="256"/>
        </pc:sldMkLst>
        <pc:spChg chg="mod">
          <ac:chgData name="Philip Sadighian" userId="0c4cc5ebe312e94f" providerId="LiveId" clId="{49FB8870-2BF8-4A92-9617-AF3629A94A0B}" dt="2026-03-31T00:44:03.815" v="3" actId="14100"/>
          <ac:spMkLst>
            <pc:docMk/>
            <pc:sldMk cId="2698310982" sldId="256"/>
            <ac:spMk id="7" creationId="{94D1BD12-D3BE-9398-635B-502D2CC1E206}"/>
          </ac:spMkLst>
        </pc:spChg>
        <pc:spChg chg="mod">
          <ac:chgData name="Philip Sadighian" userId="0c4cc5ebe312e94f" providerId="LiveId" clId="{49FB8870-2BF8-4A92-9617-AF3629A94A0B}" dt="2026-03-31T00:43:59.788" v="1" actId="14100"/>
          <ac:spMkLst>
            <pc:docMk/>
            <pc:sldMk cId="2698310982" sldId="256"/>
            <ac:spMk id="10" creationId="{91591911-2CEE-ABD1-451C-21D56D685008}"/>
          </ac:spMkLst>
        </pc:spChg>
        <pc:spChg chg="mod">
          <ac:chgData name="Philip Sadighian" userId="0c4cc5ebe312e94f" providerId="LiveId" clId="{49FB8870-2BF8-4A92-9617-AF3629A94A0B}" dt="2026-03-31T00:44:01.735" v="2" actId="14100"/>
          <ac:spMkLst>
            <pc:docMk/>
            <pc:sldMk cId="2698310982" sldId="256"/>
            <ac:spMk id="14" creationId="{94212C8A-FA22-A984-8BF8-011F788649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E069F-3491-6E6C-5C19-3451AB18E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4EFDA-88B8-3852-695B-D9820ABF71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090AE-1619-8CBF-B69B-97C0EDF8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9FA4B-3ADD-4BBE-4822-C93D29BF3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8A65C-6D9F-43C7-1A08-4EBC25357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50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0B52-F09B-7DCA-78EC-18E631B11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1361F-F835-825D-F117-0A19132B4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7CFA7-E319-5BD4-0165-9CB9890D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9DDCB-90AC-C5D0-9F3D-28C36E901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1005E-41F0-5CFB-5595-D8874B7D2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180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3625E-6FAB-B8E0-3909-45D832F5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A98F1-EE61-E66B-C221-2F2F5787D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CCC54-2E0D-B01F-BC08-8CA73B757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1899F-385C-8863-B0B5-115443604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AC9DF-416C-321F-09AE-84BA59961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907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3D00-8924-960A-DB1F-44446D07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9AB62-E62E-2479-19E8-F7C4113C6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B12777-A2C1-6C69-69B3-39B9D7032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8E03A-3F2A-1712-8691-60CC6F3F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F3970-FB41-2E6C-1EF6-C95615695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4A6B2-FD7B-5347-1117-D75C9A5EB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34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9CF3B-8DA3-1819-FB5C-B72B5BB4E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BCE54-6586-C2F7-CD02-64F29A9D6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6CA93-DC8C-831C-3354-19FC72D72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E87BE0-CB6C-731B-454D-0D24895D7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40C33-9F43-1EFF-6526-AA9BA7A5D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C63FAC-6A17-DF55-9EE2-135C0847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712FC1-7127-1763-0DAF-079A59276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56482-9276-9159-D1E5-2C635B1F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60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8D55-893F-E44C-C91D-9D7815868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5F166-A465-CA4A-6422-3EA57272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322C34-CB4F-4B38-8527-FCED85BE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7CE75-138F-CBAA-7C7F-870FBCED4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31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6DBAF-5EC5-B3FD-6D4F-BA91E646A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7C662-6513-54C8-C0B8-8C7CD799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44C2B-7C2F-BDB8-1CC8-3FAC1577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2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255CE-161D-0818-8E43-1526BF729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DF66F-75E4-47C0-8971-E5C4836BA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23D5AD-2B32-560C-04D7-51BE2C181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B4517-9A71-D531-1254-9F0857A0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53414-864A-D6AF-4A59-F7758521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05558B-3028-2BFE-9221-662098D9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670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CC9D9-9911-F72E-14B4-95220033E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525C89-2E75-9E2C-11E6-446338227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684E8-4D70-5871-3083-D865EBCFA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92DE8-75E3-9DBC-EB2B-80591CA98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E3018-85D2-054D-435C-B50C6A19E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5428F-41E2-BBFC-C213-19C573E75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9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B0FE3-5DB0-3706-79E7-AB050A203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BFEF2A-8604-42F9-32A6-D8D5E57C9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1A295-85FE-D30D-00E1-3184C8112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B593-4D6F-2917-7D83-CB8CE072D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A21B5-F7AC-3415-E251-E4CCADED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97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03C1FF-4549-9EEC-394B-94B941CA1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A7C50-6B8C-E4CF-57B1-ADCF548AE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0EF8A-1A49-E592-E808-1C2CC54D0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141A6-5875-42DD-9D17-87FAE3202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0C3C4-1312-3D29-5AF2-D6BD2E285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623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360C86-A67A-D1BE-0DFE-32BF11F12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33AEF2-C912-2385-6C4D-F82E5960C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F2A04-9074-8612-A054-9A995916D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6EE2D9-08DE-4E3E-9D56-FE18D3B8A23D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B69A9-B8A8-4347-579D-65B596253F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1A449-5BBA-45F7-D9B7-B5760C5BD8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6D15EF-3462-4F86-A5AB-1D1A34795D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37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05728D8-D2CC-6156-DFDA-09984D8D87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1655" y="138402"/>
            <a:ext cx="9144000" cy="505834"/>
          </a:xfrm>
        </p:spPr>
        <p:txBody>
          <a:bodyPr>
            <a:normAutofit/>
          </a:bodyPr>
          <a:lstStyle/>
          <a:p>
            <a:r>
              <a:rPr lang="en-US" sz="2800" b="1" i="1" dirty="0"/>
              <a:t>Agentic AI Systems Diagram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189A15E-6D83-244C-621F-ECB2A98849FA}"/>
              </a:ext>
            </a:extLst>
          </p:cNvPr>
          <p:cNvSpPr/>
          <p:nvPr/>
        </p:nvSpPr>
        <p:spPr>
          <a:xfrm>
            <a:off x="461250" y="646446"/>
            <a:ext cx="1556426" cy="1554244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JSON Patient Record: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Demographics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 Lab values</a:t>
            </a:r>
            <a:br>
              <a:rPr lang="en-US" dirty="0"/>
            </a:br>
            <a:r>
              <a:rPr lang="en-US" sz="1100" dirty="0">
                <a:solidFill>
                  <a:schemeClr val="tx1"/>
                </a:solidFill>
              </a:rPr>
              <a:t>Symptoms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medications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context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0A7AC19-7754-2FF4-EC55-3D6DFB845933}"/>
              </a:ext>
            </a:extLst>
          </p:cNvPr>
          <p:cNvSpPr/>
          <p:nvPr/>
        </p:nvSpPr>
        <p:spPr>
          <a:xfrm>
            <a:off x="2489469" y="3963623"/>
            <a:ext cx="637235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63D41-0B26-796C-343C-7EAA3CD71463}"/>
              </a:ext>
            </a:extLst>
          </p:cNvPr>
          <p:cNvSpPr/>
          <p:nvPr/>
        </p:nvSpPr>
        <p:spPr>
          <a:xfrm>
            <a:off x="77820" y="3059948"/>
            <a:ext cx="2323289" cy="21240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Tool Layer: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Categorize lab results by defined ranges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Rank clinical importance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Assign severity of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Define follow up questions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4D1BD12-D3BE-9398-635B-502D2CC1E206}"/>
              </a:ext>
            </a:extLst>
          </p:cNvPr>
          <p:cNvSpPr/>
          <p:nvPr/>
        </p:nvSpPr>
        <p:spPr>
          <a:xfrm>
            <a:off x="5787883" y="3971752"/>
            <a:ext cx="544823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EAED9E-71F1-9007-64F7-E7DA06FD8A6F}"/>
              </a:ext>
            </a:extLst>
          </p:cNvPr>
          <p:cNvSpPr/>
          <p:nvPr/>
        </p:nvSpPr>
        <p:spPr>
          <a:xfrm>
            <a:off x="3215065" y="3166354"/>
            <a:ext cx="2440138" cy="20176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Decision Layer: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Synthesize outputs from the rules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Identify most important findings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Assign overall severity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Check if more context is needed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EE7EFE5-FAE2-41E0-744B-9E17ED95190A}"/>
              </a:ext>
            </a:extLst>
          </p:cNvPr>
          <p:cNvSpPr/>
          <p:nvPr/>
        </p:nvSpPr>
        <p:spPr>
          <a:xfrm>
            <a:off x="1216604" y="2358482"/>
            <a:ext cx="45719" cy="62257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591911-2CEE-ABD1-451C-21D56D685008}"/>
              </a:ext>
            </a:extLst>
          </p:cNvPr>
          <p:cNvSpPr/>
          <p:nvPr/>
        </p:nvSpPr>
        <p:spPr>
          <a:xfrm>
            <a:off x="6404117" y="3161491"/>
            <a:ext cx="2204862" cy="20326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LLM Draft: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Use audit &amp; patient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Generate clinician-to-patient message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Set language barriers and rules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CF7DE0-2772-750D-E56B-9C5A9EDF74A4}"/>
              </a:ext>
            </a:extLst>
          </p:cNvPr>
          <p:cNvSpPr/>
          <p:nvPr/>
        </p:nvSpPr>
        <p:spPr>
          <a:xfrm>
            <a:off x="9517381" y="3429000"/>
            <a:ext cx="2323289" cy="130449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LLM Review: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Check diagnosis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Check advice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Ensure output stays within clinical boundaries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12E20764-63F1-682D-8819-3AC7DC848860}"/>
              </a:ext>
            </a:extLst>
          </p:cNvPr>
          <p:cNvSpPr/>
          <p:nvPr/>
        </p:nvSpPr>
        <p:spPr>
          <a:xfrm>
            <a:off x="10679026" y="4872713"/>
            <a:ext cx="45719" cy="62257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F77210E-20D9-9EAA-6AEE-52D4FBFA0C59}"/>
              </a:ext>
            </a:extLst>
          </p:cNvPr>
          <p:cNvSpPr/>
          <p:nvPr/>
        </p:nvSpPr>
        <p:spPr>
          <a:xfrm>
            <a:off x="9923672" y="5700654"/>
            <a:ext cx="1556426" cy="88740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JSON output: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Approved message</a:t>
            </a:r>
            <a:r>
              <a:rPr lang="en-US" sz="1100" b="1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audit/results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4212C8A-FA22-A984-8BF8-011F788649CE}"/>
              </a:ext>
            </a:extLst>
          </p:cNvPr>
          <p:cNvSpPr/>
          <p:nvPr/>
        </p:nvSpPr>
        <p:spPr>
          <a:xfrm>
            <a:off x="8754894" y="3970076"/>
            <a:ext cx="561258" cy="4739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310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94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 Sadighian</dc:creator>
  <cp:lastModifiedBy>Philip Sadighian</cp:lastModifiedBy>
  <cp:revision>1</cp:revision>
  <dcterms:created xsi:type="dcterms:W3CDTF">2026-03-31T00:19:19Z</dcterms:created>
  <dcterms:modified xsi:type="dcterms:W3CDTF">2026-03-31T00:44:06Z</dcterms:modified>
</cp:coreProperties>
</file>